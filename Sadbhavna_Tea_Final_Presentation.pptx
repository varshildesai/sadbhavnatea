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7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6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Sadbhavna Tea - E-Commerce Platform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7300"/>
                </a:solidFill>
              </a:rPr>
              <a:t>Sadbhavna Tea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E-Commerce Platform Project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GROUP ID: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[Group ID]
</a:t>
            </a:r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Students: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Varshil Desai (3110)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Krish Vaghani (3272)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Om Kanpariya (3029)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Program &amp; Semester: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[Program] - Sem [X]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College: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K. S. School of Business Management &amp; IT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University: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Gujarat University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Internship Org: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[Organization Name]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Guide / Mentor: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[Mentor Name]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1. 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Internship Overview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Practical implementation of full-stack software engineering concepts in a real-world e-commerce scenario.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Domain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Software Development (Web Applications)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Duration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120 Hours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2. Scope of the Project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Features Included: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Dynamic Product Catalog &amp; Wishlist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Secure Shopping Cart &amp; Checkout (Razorpay)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User Authentication (Email OTP &amp; Google OAuth)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Real-time Order Tracking &amp; Notifications (Email/WhatsApp)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Comprehensive Admin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EC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User Roles: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Customer, Admin
</a:t>
            </a:r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</a:rPr>
              <a:t>Limitations: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Restricted to online payments only.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Delivery restricted to specific geographic zones initially.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3. Step 1: User Lands on Home Page</a:t>
            </a:r>
            <a:endParaRPr lang="en-US" sz="3600" dirty="0"/>
          </a:p>
        </p:txBody>
      </p:sp>
      <p:pic>
        <p:nvPicPr>
          <p:cNvPr id="3" name="Image 0" descr="screenshot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Modern Hero Section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Displays the vibrant blend of orange and green branding to give users a premium feel immediately upon visiting the site. Authentic frontend screenshot in 4K.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4. Step 2: Browsing Products</a:t>
            </a:r>
            <a:endParaRPr lang="en-US" sz="3600" dirty="0"/>
          </a:p>
        </p:txBody>
      </p:sp>
      <p:pic>
        <p:nvPicPr>
          <p:cNvPr id="3" name="Image 0" descr="screenshot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Dynamic Catalog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Users can browse various premium tea products seamlessly with advanced filtering and mobile-friendly grid layouts. Live website data shown.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 Step 3: Cart Management</a:t>
            </a:r>
            <a:endParaRPr lang="en-US" sz="3600" dirty="0"/>
          </a:p>
        </p:txBody>
      </p:sp>
      <p:pic>
        <p:nvPicPr>
          <p:cNvPr id="3" name="Image 0" descr="screenshot_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Seamless Cart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Interactive cart interface letting users manage quantities easily before proceeding to secure Razorpay checkout.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6. Technology Stack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Frontend Design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React.js, Tailwind CSS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Responsive, mobile-first UI perfectly blending primary (#E67300) &amp; secondary (#007A33) colors.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Backend &amp; Database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Node.js, Express.js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MongoDB (NoSQL) for Collections (Users, Products, Orders)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Twilio WhatsApp &amp; Email SMTP for Notifications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7300"/>
                </a:solidFill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A33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2026-04-23T11:11:52Z</dcterms:created>
  <dcterms:modified xsi:type="dcterms:W3CDTF">2026-04-23T11:11:52Z</dcterms:modified>
</cp:coreProperties>
</file>