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7A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solidFill>
            <a:srgbClr val="E67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8920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Sadbhavna Tea - E-Commerce Platform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09728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67300"/>
                </a:solidFill>
              </a:rPr>
              <a:t>Sadbhavna Tea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0" y="19202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7A33"/>
                </a:solidFill>
              </a:rPr>
              <a:t>E-Commerce Platform Project Presentation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GROUP ID: 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[Group ID]
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Students:
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Varshil Desai (3110)
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Krish Vaghani (3272)
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Om Kanpariya (3029)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0" y="292608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Program &amp; Semester: 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[Program] - Sem [X]
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College: 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K. S. School of Business Management &amp; IT
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University: 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Gujarat University
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Internship Org: 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[Organization Name]
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Guide / Mentor: 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[Mentor Name]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7A33"/>
                </a:solidFill>
              </a:rPr>
              <a:t>1. Introduction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7300"/>
                </a:solidFill>
              </a:rPr>
              <a:t>Internship Overview
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Practical implementation of full-stack software engineering concepts in a real-world e-commerce scenario.
</a:t>
            </a:r>
            <a:pPr indent="0" marL="0">
              <a:buNone/>
            </a:pPr>
            <a:r>
              <a:rPr lang="en-US" sz="2000" b="1" dirty="0">
                <a:solidFill>
                  <a:srgbClr val="E67300"/>
                </a:solidFill>
              </a:rPr>
              <a:t>Domain
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Software Development (Web Applications)
</a:t>
            </a:r>
            <a:pPr indent="0" marL="0">
              <a:buNone/>
            </a:pPr>
            <a:r>
              <a:rPr lang="en-US" sz="2000" b="1" dirty="0">
                <a:solidFill>
                  <a:srgbClr val="E67300"/>
                </a:solidFill>
              </a:rPr>
              <a:t>Duration
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120 Hours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7A33"/>
                </a:solidFill>
              </a:rPr>
              <a:t>2. Scope of the Project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4572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7300"/>
                </a:solidFill>
              </a:rPr>
              <a:t>Features Included: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Dynamic Product Catalog &amp; Wishlist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Secure Shopping Cart &amp; Checkout (Razorpay)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User Authentication (Email OTP &amp; Google OAuth)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Real-time Order Tracking &amp; Notifications (Email/WhatsApp)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Comprehensive Admin Dashboard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0" y="1371600"/>
            <a:ext cx="3200400" cy="2286000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7300"/>
                </a:solidFill>
              </a:rPr>
              <a:t>User Roles:
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Customer, Admin
</a:t>
            </a:r>
            <a:pPr indent="0" marL="0">
              <a:buNone/>
            </a:pPr>
            <a:r>
              <a:rPr lang="en-US" sz="1600" b="1" dirty="0">
                <a:solidFill>
                  <a:srgbClr val="FF0000"/>
                </a:solidFill>
              </a:rPr>
              <a:t>Limitations:
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Restricted to online payments only.
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Delivery restricted to specific geographic zones initially.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7A33"/>
                </a:solidFill>
              </a:rPr>
              <a:t>3. Step 1: User Lands on Home Page</a:t>
            </a:r>
            <a:endParaRPr lang="en-US" sz="3600" dirty="0"/>
          </a:p>
        </p:txBody>
      </p:sp>
      <p:pic>
        <p:nvPicPr>
          <p:cNvPr id="3" name="Image 0" descr="C:\Users\PREMIUM\.gemini\antigravity\brain\a1b0b524-ec79-47e4-b606-792cbbc98186\sadbhavna_tea_home_177694203219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4572000" cy="3200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0" y="182880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7300"/>
                </a:solidFill>
              </a:rPr>
              <a:t>Modern Hero Section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Displays the vibrant blend of orange and green branding to give users a premium feel immediately upon visiting the site.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7A33"/>
                </a:solidFill>
              </a:rPr>
              <a:t>4. Step 2: Browsing Products</a:t>
            </a:r>
            <a:endParaRPr lang="en-US" sz="3600" dirty="0"/>
          </a:p>
        </p:txBody>
      </p:sp>
      <p:pic>
        <p:nvPicPr>
          <p:cNvPr id="3" name="Image 0" descr="C:\Users\PREMIUM\.gemini\antigravity\brain\a1b0b524-ec79-47e4-b606-792cbbc98186\sadbhavna_tea_products_17769420483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4572000" cy="3200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0" y="182880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7300"/>
                </a:solidFill>
              </a:rPr>
              <a:t>Dynamic Catalog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Users can browse various premium tea products seamlessly with advanced filtering and mobile-friendly grid layouts.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7A33"/>
                </a:solidFill>
              </a:rPr>
              <a:t>5. Step 3: Secure Checkout</a:t>
            </a:r>
            <a:endParaRPr lang="en-US" sz="3600" dirty="0"/>
          </a:p>
        </p:txBody>
      </p:sp>
      <p:pic>
        <p:nvPicPr>
          <p:cNvPr id="3" name="Image 0" descr="C:\Users\PREMIUM\.gemini\antigravity\brain\a1b0b524-ec79-47e4-b606-792cbbc98186\sadbhavna_tea_checkout_17769420688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4572000" cy="3200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0" y="182880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7300"/>
                </a:solidFill>
              </a:rPr>
              <a:t>Seamless Payment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Fast checkout process with integrated payment gateways (Razorpay) ensuring a smooth transaction process.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7A33"/>
                </a:solidFill>
              </a:rPr>
              <a:t>6. Step 4: Admin Dashboard</a:t>
            </a:r>
            <a:endParaRPr lang="en-US" sz="3600" dirty="0"/>
          </a:p>
        </p:txBody>
      </p:sp>
      <p:pic>
        <p:nvPicPr>
          <p:cNvPr id="3" name="Image 0" descr="C:\Users\PREMIUM\.gemini\antigravity\brain\a1b0b524-ec79-47e4-b606-792cbbc98186\sadbhavna_tea_admin_17769420857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4572000" cy="3200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0" y="182880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7300"/>
                </a:solidFill>
              </a:rPr>
              <a:t>Data Management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Admin console to track sales, manage inventory, and oversee user activities. Robust MERN stack backend powers it securely.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7A33"/>
                </a:solidFill>
              </a:rPr>
              <a:t>7. Technology Stack Overview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7300"/>
                </a:solidFill>
              </a:rPr>
              <a:t>Frontend Design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React.js, Tailwind CSS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Responsive, mobile-first UI with custom CSS theming.
</a:t>
            </a:r>
            <a:pPr indent="0" marL="0">
              <a:buNone/>
            </a:pPr>
            <a:r>
              <a:rPr lang="en-US" sz="1800" b="1" dirty="0">
                <a:solidFill>
                  <a:srgbClr val="E67300"/>
                </a:solidFill>
              </a:rPr>
              <a:t>Backend &amp; Database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Node.js, Express.js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MongoDB (NoSQL) for Collections (Users, Products, Orders)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Twilio WhatsApp &amp; Email SMTP for Notifications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E67300"/>
                </a:solidFill>
              </a:rPr>
              <a:t>Thank You!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7A33"/>
                </a:solidFill>
              </a:rPr>
              <a:t>Any Questions?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2026-04-23T11:02:06Z</dcterms:created>
  <dcterms:modified xsi:type="dcterms:W3CDTF">2026-04-23T11:02:06Z</dcterms:modified>
</cp:coreProperties>
</file>