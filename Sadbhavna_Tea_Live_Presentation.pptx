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A33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Sadbhavna Tea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Sadbhavna Tea - E-Commerce Platform | varshildesai247@gmail.com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7300"/>
                </a:solidFill>
              </a:rPr>
              <a:t>Sadbhavna Tea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Online Tea Store -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GROUP ID: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[Group ID]
</a:t>
            </a:r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Students: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Varshil Desai (3110)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Krish Vaghani (3272)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Om Kanpariya (3029)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Program &amp; Semester: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[Program] - Sem [X]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College: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K. S. School of Business Management &amp; IT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University: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Gujarat University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Internship Org: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[Organization Name]
</a:t>
            </a:r>
            <a:pPr indent="0" marL="0">
              <a:buNone/>
            </a:pPr>
            <a:r>
              <a:rPr lang="en-US" sz="1600" b="1" dirty="0">
                <a:solidFill>
                  <a:srgbClr val="007A33"/>
                </a:solidFill>
              </a:rPr>
              <a:t>Guide / Mentor: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[Mentor Name]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1. What is Sadbhavna Tea?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300"/>
                </a:solidFill>
              </a:rPr>
              <a:t>About The Project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We built a modern, fast, and easy-to-use website for selling premium tea online. Users can visit our site, look at different teas, and easily buy them.
</a:t>
            </a:r>
            <a:pPr indent="0" marL="0">
              <a:buNone/>
            </a:pPr>
            <a:r>
              <a:rPr lang="en-US" sz="2200" b="1" dirty="0">
                <a:solidFill>
                  <a:srgbClr val="E67300"/>
                </a:solidFill>
              </a:rPr>
              <a:t>Who is it for?
</a:t>
            </a:r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It's for people who love tea and want to buy high-quality tea easily from their phones or computers.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2. Live Website - Home Page</a:t>
            </a:r>
            <a:endParaRPr lang="en-US" sz="3200" dirty="0"/>
          </a:p>
        </p:txBody>
      </p:sp>
      <p:pic>
        <p:nvPicPr>
          <p:cNvPr id="3" name="Image 0" descr="screenshot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Welcome Screen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This is what users see when they visit our live website (sadbhavnatea.vercel.app).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It uses our Green and Orange theme to give a very fresh and premium 'tea' feeling.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3. Browsing Our Teas</a:t>
            </a:r>
            <a:endParaRPr lang="en-US" sz="3200" dirty="0"/>
          </a:p>
        </p:txBody>
      </p:sp>
      <p:pic>
        <p:nvPicPr>
          <p:cNvPr id="3" name="Image 0" descr="screenshot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Our Products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Customers can see all our different teas here. They can view prices, read reviews, and click 'Add to Cart' to buy.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4. The Shopping Cart</a:t>
            </a:r>
            <a:endParaRPr lang="en-US" sz="3200" dirty="0"/>
          </a:p>
        </p:txBody>
      </p:sp>
      <p:pic>
        <p:nvPicPr>
          <p:cNvPr id="3" name="Image 0" descr="screenshot_c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Easy Checkout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This is where customers review their order. They can increase quantity or remove items before paying securely online.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5. The Admin Panel</a:t>
            </a:r>
            <a:endParaRPr lang="en-US" sz="3200" dirty="0"/>
          </a:p>
        </p:txBody>
      </p:sp>
      <p:pic>
        <p:nvPicPr>
          <p:cNvPr id="3" name="Image 0" descr="screenshot_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45720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6459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Owner Dashboard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This is the secure backend panel for the website owner (varshildesai247@gmail.com).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Here, we can see total sales, manage orders, and add new tea products to the store easily.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6. How We Built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Frontend (What the user sees)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We used React.js and Tailwind CSS. This makes the website look beautiful on both phones and computers.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Backend (The brain of the website)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We used Node.js. It handles the user login, payments, and shopping cart logic safely.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Database (Where data is saved)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We used MongoDB to store all user accounts, orders, and product details.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300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We hope you enjoyed learning about Sadbhavna Tea.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2026-04-23T11:21:27Z</dcterms:created>
  <dcterms:modified xsi:type="dcterms:W3CDTF">2026-04-23T11:21:27Z</dcterms:modified>
</cp:coreProperties>
</file>