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7A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57200"/>
          </a:xfrm>
          <a:prstGeom prst="rect">
            <a:avLst/>
          </a:prstGeom>
          <a:solidFill>
            <a:srgbClr val="E67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Sadbhavna Tea - E-Commerce Platform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7300"/>
                </a:solidFill>
              </a:rPr>
              <a:t>Sadbhavna Tea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19202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7A33"/>
                </a:solidFill>
              </a:rPr>
              <a:t>E-Commerce Platform Project Presentation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GROUP ID: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[Group ID]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Students: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Varshil Desai (3110)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Krish Vaghani (3272)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• Om Kanpariya (3029)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926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Program &amp; Semester: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[Program] - Sem [X]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College: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K. S. School of Business Management &amp; IT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University: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Gujarat University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Internship Org: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[Organization Name]
</a:t>
            </a:r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Guide / Mentor: 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[Mentor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2. 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Internship Overview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Practical implementation of full-stack software engineering concepts in a real-world e-commerce scenario.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Domain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Software Development (Web Applications)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Duration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120 Hours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3. 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Project Name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Sadbhavna Tea E-Commerce Platform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Purpose of the Software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To provide a robust, fast, and secure online platform for users to browse, order, and track premium tea products seamlessly.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Target Users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Tea enthusiasts, wholesale buyers, and everyday consumers.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4. Scope of 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Features Included: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Dynamic Product Catalog &amp; Wishlist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Secure Shopping Cart &amp; Checkout (Razorpay)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User Authentication (Email OTP &amp; Google OAuth)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Real-time Order Tracking &amp; Notifications (Email/WhatsApp)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Comprehensive Admin Dashboard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29200" y="1645920"/>
            <a:ext cx="3657600" cy="2286000"/>
          </a:xfrm>
          <a:prstGeom prst="rect">
            <a:avLst/>
          </a:prstGeom>
          <a:solidFill>
            <a:srgbClr val="F0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300"/>
                </a:solidFill>
              </a:rPr>
              <a:t>User Roles: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Customer, Admin
</a:t>
            </a:r>
            <a:pPr indent="0" marL="0">
              <a:buNone/>
            </a:pPr>
            <a:r>
              <a:rPr lang="en-US" sz="1600" b="1" dirty="0">
                <a:solidFill>
                  <a:srgbClr val="FF0000"/>
                </a:solidFill>
              </a:rPr>
              <a:t>Limitations: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Restricted to online payments only.
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Delivery restricted to specific geographic zones initially.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5. Software Development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7300"/>
                </a:solidFill>
              </a:rPr>
              <a:t>SDLC Model Used: Agile Methodology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Phase-wise Explanation: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1. Requirement Gathering: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Defining features and user flows.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2. Design: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UI/UX planning using Figma/CSS.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3. Development: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Iterative sprints for frontend and backend modules.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4. Testing: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API testing, functional UI testing.
</a:t>
            </a:r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5. Deployment: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Setting up the live environment.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6. Frontend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Frontend Technology: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React.js, Tailwind CSS, HTML5, JavaScript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UI Design: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 dynamic, mobile-first design employing a vibrant theme. Uses primary orange (#e67300) and secondary green (#007a33) to reflect the "tea" branding.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User Interaction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Login/Register → Browse Products → Add to Cart → Checkout &amp; Payment → Order Success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7. Backend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Backend Technology: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Node.js, Express.js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Business Logic: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Secure authentication, robust cart &amp; order calculation, automated email &amp; Twilio WhatsApp notification triggers.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Server-side Processing: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RESTful APIs to efficiently process client requests, interact with the database, and return JSON responses.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A33"/>
                </a:solidFill>
              </a:rPr>
              <a:t>8.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7772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Database Used: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MongoDB (NoSQL)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Collections: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Users: Authentication details, profiles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Products: Inventory, prices, descriptions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• Orders: Transaction details, status tracking
</a:t>
            </a:r>
            <a:pPr indent="0" marL="0">
              <a:buNone/>
            </a:pPr>
            <a:r>
              <a:rPr lang="en-US" sz="1800" b="1" dirty="0">
                <a:solidFill>
                  <a:srgbClr val="E67300"/>
                </a:solidFill>
              </a:rPr>
              <a:t>Data Flow:
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Client UI ↔ Express API ↔ Mongoose ODM ↔ MongoDB Database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67300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A33"/>
                </a:solidFill>
              </a:rPr>
              <a:t>Any Questions?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2026-04-23T10:54:11Z</dcterms:created>
  <dcterms:modified xsi:type="dcterms:W3CDTF">2026-04-23T10:54:11Z</dcterms:modified>
</cp:coreProperties>
</file>