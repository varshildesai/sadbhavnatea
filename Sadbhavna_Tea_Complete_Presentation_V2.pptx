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A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Sadbhavna Tea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Sadbhavna Tea - E-Commerce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Slide 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300"/>
                </a:solidFill>
              </a:rPr>
              <a:t>Sadbhavna Tea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E-Commerce Platform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GROUP ID: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[Group ID]
</a:t>
            </a:r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Students: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Varshil Desai (3110)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Krish Vaghani (3272)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Om Kanpariya (3029)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Program &amp; Semester: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[Program] - Sem [X]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K. S. School of Business Management &amp; IT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University: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Gujarat University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Internship Org: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[Organization Name]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Guide / Mentor: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[Mentor Name]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Index / Table of 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1. Introduction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2. Project Overview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3. Scope of the Project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4. Software Development Methodology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5. Frontend Design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6. Backend Design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7. Database Design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8. Admin Dashboard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1. 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Internship Overview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This project serves as a practical implementation of full-stack software engineering concepts, building a real-world e-commerce application from scratch.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Domain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Software Development (Web Applications &amp; APIs)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Duration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120 Hours of intensive planning, designing, coding, testing, and deployment.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2. 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Project Name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Sadbhavna Tea E-Commerce Platform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Purpose of the Software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To provide a seamless, secure, and fast online shopping experience for premium tea. It allows users to browse categories, add products to cart, securely pay online, and track their orders.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Target Users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Tea enthusiasts, wholesale buyers, everyday consumers, and the store administrators who manage the business.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3. Scope of the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Features Included: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Dynamic Product Catalog &amp; Filtering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Secure Shopping Cart &amp; Razorpay Checkout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Secure Login (Email OTP &amp; Google OAuth)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Automated Order Tracking Notifications (Twilio WhatsApp)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Complete Admin Management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1463040"/>
            <a:ext cx="320040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User Roles: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Customer, Admin
</a:t>
            </a:r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</a:rPr>
              <a:t>Limitations: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Requires an active internet connection.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Restricted to digital payments only.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Initial rollout restricted to specific geographic delivery zones.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4. Software Development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300"/>
                </a:solidFill>
              </a:rPr>
              <a:t>SDLC Model Used: Agile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Phase-wise Explanation: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Requirement Gathering: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Defining features, database schemas, and user flows.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Design: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UI/UX planning using the orange &amp; green cream theme.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Development: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Building the MERN stack in iterative sprints.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Testing: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API endpoint testing, payment gateway validation, and UI responsiveness.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5. Deployment: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Hosting on Vercel for the world to see.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 Frontend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Frontend Technology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React.js (Vite), Tailwind CSS, JavaScript, HTML5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UI Design: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fully responsive, mobile-first design. We used Tailwind CSS to create a 'two river' theme using primary Orange (#E67300), secondary Green (#007A33), and a Cream Surface (#FDFBF7) to give an authentic tea brand experience.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User Interaction Flow: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Visit Home → Browse Products → Add to Cart → Authenticate → Razorpay Checkout → Payment Success.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5.1 Frontend: The Home Page</a:t>
            </a:r>
            <a:endParaRPr lang="en-US" sz="3600" dirty="0"/>
          </a:p>
        </p:txBody>
      </p:sp>
      <p:pic>
        <p:nvPicPr>
          <p:cNvPr id="3" name="Image 0" descr="screensho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Modern Hero Section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landing page instantly establishes brand identity with lush green imagery and clear navigation, inviting users to explore the tea collections.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5.2 Frontend: Product Browsing</a:t>
            </a:r>
            <a:endParaRPr lang="en-US" sz="3600" dirty="0"/>
          </a:p>
        </p:txBody>
      </p:sp>
      <p:pic>
        <p:nvPicPr>
          <p:cNvPr id="3" name="Image 0" descr="screenshot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Dynamic Catalog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dynamic grid layout fetching data live from the MongoDB database, showing ratings, prices, and high-quality images.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5.3 Frontend: Cart &amp; Checkout</a:t>
            </a:r>
            <a:endParaRPr lang="en-US" sz="3600" dirty="0"/>
          </a:p>
        </p:txBody>
      </p:sp>
      <p:pic>
        <p:nvPicPr>
          <p:cNvPr id="3" name="Image 0" descr="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Secure Transactions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cart updates in real-time. Upon checkout, the Razorpay integration pops up seamlessly ensuring a fast, frictionless payment experience.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6. Backend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Backend Technology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Node.js, Express.js (RESTful APIs)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Business Logic: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Advanced Authentication (JWT, Google OAuth, Email OTP)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E-Commerce Logic (Cart validation, total calculation, Razorpay signature verification)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Notification Triggers (Sending Twilio WhatsApp messages and SMTP emails upon order success)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Server-side Processing: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Handles all client HTTP requests securely, interacts with the MongoDB database, and returns JSON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6.1 Backend 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Node.js API Routes: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/api/auth: Handles login, registration, and sessions.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/api/products: Serves the product catalog and reviews.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/api/orders: Processes payments and creates order records.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External API Integrations: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Razorpay API: For processing secure credit card &amp; UPI payments.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Twilio API: For sending automated WhatsApp status updates.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Google Cloud OAuth: For 1-click secure login.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7. Database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Database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MongoDB (NoSQL) with Mongoose ODM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Why MongoDB?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It allows for flexible document structures, perfect for an e-commerce catalog where products can have varying attributes (sizes, flavors, etc.).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 Flow: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React Frontend ↔ Express Server ↔ Mongoose Schema ↔ MongoDB Atlas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Core Collections: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Users, Products, Orders, Reviews, Categories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7.1 Core Database Collections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33"/>
                </a:solidFill>
              </a:rPr>
              <a:t>Users Collection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Stores user profiles, secure hashed passwords, roles (Admin/User), and order history references.
</a:t>
            </a:r>
            <a:pPr indent="0" marL="0">
              <a:buNone/>
            </a:pPr>
            <a:r>
              <a:rPr lang="en-US" sz="1800" b="1" dirty="0">
                <a:solidFill>
                  <a:srgbClr val="007A33"/>
                </a:solidFill>
              </a:rPr>
              <a:t>Products Collection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Stores tea names, descriptions, prices, stock levels, category relations, and Cloudinary image URLs.
</a:t>
            </a:r>
            <a:pPr indent="0" marL="0">
              <a:buNone/>
            </a:pPr>
            <a:r>
              <a:rPr lang="en-US" sz="1800" b="1" dirty="0">
                <a:solidFill>
                  <a:srgbClr val="007A33"/>
                </a:solidFill>
              </a:rPr>
              <a:t>Orders Collection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Stores the shopping cart snapshot, total amounts paid, shipping addresses, Razorpay payment IDs, and fulfillment statuses.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8. The Admin Dashboard</a:t>
            </a:r>
            <a:endParaRPr lang="en-US" sz="3600" dirty="0"/>
          </a:p>
        </p:txBody>
      </p:sp>
      <p:pic>
        <p:nvPicPr>
          <p:cNvPr id="3" name="Image 0" descr="screenshot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Owner Interface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protected route accessible only by verified administrators.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Features comprehensive CRUD (Create, Read, Update, Delete) operations for managing the entire store.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300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We hope you enjoyed learning about Sadbhavna Tea.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Any Questions?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2026-04-23T11:33:59Z</dcterms:created>
  <dcterms:modified xsi:type="dcterms:W3CDTF">2026-04-23T11:33:59Z</dcterms:modified>
</cp:coreProperties>
</file>